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Online Shopping Mart Support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Retrieval-Augmented Generation (RAG) Architecture utilizing Snowflake Cortex AI</a:t>
            </a:r>
          </a:p>
          <a:p>
            <a:r>
              <a:t>Technical Overview &amp; Validation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Business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E-Commerce support faces significant challenges:</a:t>
            </a:r>
          </a:p>
          <a:p>
            <a:pPr lvl="1"/>
            <a:r>
              <a:t>1. High Volume Queries: Support agents are overwhelmed with repetitive policy questions (shipping, returns, price matching).</a:t>
            </a:r>
          </a:p>
          <a:p>
            <a:pPr lvl="1"/>
            <a:r>
              <a:t>2. LLM Hallucinations: Standard generative AI cannot reliably answer company-specific policies without making up incorrect warranty or refund rules.</a:t>
            </a:r>
          </a:p>
          <a:p>
            <a:pPr lvl="1"/>
            <a:r>
              <a:t>3. Data Privacy: Enterprise CMS data cannot be leaked to public AI APIs.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itecture_bluepr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63104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ecut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7200"/>
            <a:ext cx="7315200" cy="62165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